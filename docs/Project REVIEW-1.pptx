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905" r:id="rId8"/>
    <p:sldId id="258" r:id="rId9"/>
    <p:sldId id="907" r:id="rId10"/>
    <p:sldId id="259" r:id="rId11"/>
    <p:sldId id="260" r:id="rId12"/>
    <p:sldId id="9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22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SEPTEMBER 23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613491"/>
              </p:ext>
            </p:extLst>
          </p:nvPr>
        </p:nvGraphicFramePr>
        <p:xfrm>
          <a:off x="8288973" y="4147319"/>
          <a:ext cx="3702050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M.CHARAN SAI TEJ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2420090029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G.AKSHATH REDDY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2420030512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M.ADITHYA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2420090131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I.RAJESH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2420030684</a:t>
                      </a: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114172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SWANTHANA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24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BATTERY MANAGEMENT SYSTEM FOR 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EVS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C26041-C8FD-0CFD-DD1F-87A7BC5A04D7}"/>
              </a:ext>
            </a:extLst>
          </p:cNvPr>
          <p:cNvSpPr txBox="1"/>
          <p:nvPr/>
        </p:nvSpPr>
        <p:spPr>
          <a:xfrm>
            <a:off x="877824" y="1293751"/>
            <a:ext cx="102229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Manual transcription:</a:t>
            </a:r>
            <a:r>
              <a:rPr lang="en-US" dirty="0"/>
              <a:t> Police officers spend significant time converting spoken statements into written records. </a:t>
            </a:r>
          </a:p>
          <a:p>
            <a:endParaRPr lang="en-US" dirty="0"/>
          </a:p>
          <a:p>
            <a:r>
              <a:rPr lang="en-US" b="1" dirty="0"/>
              <a:t>Language barrier:</a:t>
            </a:r>
            <a:r>
              <a:rPr lang="en-US" dirty="0"/>
              <a:t> Citizens may speak in </a:t>
            </a:r>
            <a:r>
              <a:rPr lang="en-US" b="1" dirty="0"/>
              <a:t>Indian regional languages, dialects, or mixed languages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Information loss:</a:t>
            </a:r>
            <a:r>
              <a:rPr lang="en-US" dirty="0"/>
              <a:t> Important </a:t>
            </a:r>
            <a:r>
              <a:rPr lang="en-US" b="1" dirty="0"/>
              <a:t>names, dates, locations, events and evidence details</a:t>
            </a:r>
            <a:r>
              <a:rPr lang="en-US" dirty="0"/>
              <a:t> may be missed or misinterpreted. </a:t>
            </a:r>
          </a:p>
          <a:p>
            <a:endParaRPr lang="en-US" dirty="0"/>
          </a:p>
          <a:p>
            <a:r>
              <a:rPr lang="en-US" b="1" dirty="0"/>
              <a:t>Fragmented process:</a:t>
            </a:r>
            <a:r>
              <a:rPr lang="en-US" dirty="0"/>
              <a:t> Speech recognition, translation and documentation are often handled separately. </a:t>
            </a:r>
          </a:p>
          <a:p>
            <a:endParaRPr lang="en-US" dirty="0"/>
          </a:p>
          <a:p>
            <a:r>
              <a:rPr lang="en-US" b="1" dirty="0"/>
              <a:t>Limited domain support:</a:t>
            </a:r>
            <a:r>
              <a:rPr lang="en-US" dirty="0"/>
              <a:t> General AI tools are not tailored to </a:t>
            </a:r>
            <a:r>
              <a:rPr lang="en-US" b="1" dirty="0"/>
              <a:t>police terminology and investigation documentation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Security concern:</a:t>
            </a:r>
            <a:r>
              <a:rPr lang="en-US" dirty="0"/>
              <a:t> Sensitive voice recordings and case documents require </a:t>
            </a:r>
            <a:r>
              <a:rPr lang="en-US" b="1" dirty="0"/>
              <a:t>strong privacy, integrity and access control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PRISM solution:</a:t>
            </a:r>
            <a:r>
              <a:rPr lang="en-US" dirty="0"/>
              <a:t> Provides a </a:t>
            </a:r>
            <a:r>
              <a:rPr lang="en-US" b="1" dirty="0"/>
              <a:t>self-hosted multilingual AI pipeline</a:t>
            </a:r>
            <a:r>
              <a:rPr lang="en-US" dirty="0"/>
              <a:t> for voice → text → translation → structured police documentation with officer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72EF0D-5479-F041-8608-E4C6A6096FAA}"/>
              </a:ext>
            </a:extLst>
          </p:cNvPr>
          <p:cNvSpPr txBox="1"/>
          <p:nvPr/>
        </p:nvSpPr>
        <p:spPr>
          <a:xfrm>
            <a:off x="1496568" y="1443841"/>
            <a:ext cx="91988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Multilingual ASR:</a:t>
            </a:r>
            <a:r>
              <a:rPr lang="en-US" dirty="0"/>
              <a:t> Convert Indian-language and mixed-language speech into text.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Processing:</a:t>
            </a:r>
            <a:r>
              <a:rPr lang="en-US" dirty="0"/>
              <a:t> Provide fast voice-to-text transcription.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Translation:</a:t>
            </a:r>
            <a:r>
              <a:rPr lang="en-US" dirty="0"/>
              <a:t> Convert recognized speech into clear English.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NLP Extraction:</a:t>
            </a:r>
            <a:r>
              <a:rPr lang="en-US" dirty="0"/>
              <a:t> Identify names, dates, locations, events and evidence.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Automated Documentation:</a:t>
            </a:r>
            <a:r>
              <a:rPr lang="en-US" dirty="0"/>
              <a:t> Generate structured police records from statements.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 Assistance:</a:t>
            </a:r>
            <a:r>
              <a:rPr lang="en-US" dirty="0"/>
              <a:t> Generate relevant clarification questions when information is missing.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Secure Records:</a:t>
            </a:r>
            <a:r>
              <a:rPr lang="en-US" dirty="0"/>
              <a:t> Protect data using encryption, hashing and permissioned blockchain auditing.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24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E7C606-4A88-FC09-EC3B-0001C4A82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2"/>
          <a:stretch>
            <a:fillRect/>
          </a:stretch>
        </p:blipFill>
        <p:spPr>
          <a:xfrm>
            <a:off x="1" y="0"/>
            <a:ext cx="12192000" cy="681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91784-F0A4-BACB-6AE9-F23D1B9C0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2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68BC24-111A-622C-DBC5-3271C21B0177}"/>
              </a:ext>
            </a:extLst>
          </p:cNvPr>
          <p:cNvSpPr txBox="1"/>
          <p:nvPr/>
        </p:nvSpPr>
        <p:spPr>
          <a:xfrm>
            <a:off x="865632" y="1443841"/>
            <a:ext cx="104607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Multilingual Gap:</a:t>
            </a:r>
            <a:r>
              <a:rPr lang="en-US" dirty="0"/>
              <a:t> Limited integration of Indian-language and code-switched speech processing.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Domain Gap:</a:t>
            </a:r>
            <a:r>
              <a:rPr lang="en-US" dirty="0"/>
              <a:t> General ASR/translation models are not optimized for police-specific terminology. </a:t>
            </a:r>
          </a:p>
          <a:p>
            <a:endParaRPr lang="en-US" b="1" dirty="0"/>
          </a:p>
          <a:p>
            <a:r>
              <a:rPr lang="en-US" b="1" dirty="0"/>
              <a:t>Integration Gap:</a:t>
            </a:r>
            <a:r>
              <a:rPr lang="en-US" dirty="0"/>
              <a:t> Speech-to-text, translation, NLP and documentation are often separate processes. </a:t>
            </a:r>
          </a:p>
          <a:p>
            <a:endParaRPr lang="en-US" b="1" dirty="0"/>
          </a:p>
          <a:p>
            <a:r>
              <a:rPr lang="en-US" b="1" dirty="0"/>
              <a:t>Context Gap:</a:t>
            </a:r>
            <a:r>
              <a:rPr lang="en-US" dirty="0"/>
              <a:t> Existing systems may not extract complete incident details from natural speech. </a:t>
            </a:r>
          </a:p>
          <a:p>
            <a:endParaRPr lang="en-US" b="1" dirty="0"/>
          </a:p>
          <a:p>
            <a:r>
              <a:rPr lang="en-US" b="1" dirty="0"/>
              <a:t>Automation Gap:</a:t>
            </a:r>
            <a:r>
              <a:rPr lang="en-US" dirty="0"/>
              <a:t> Limited conversion of voice statements directly into structured police documents. </a:t>
            </a:r>
          </a:p>
          <a:p>
            <a:endParaRPr lang="en-US" b="1" dirty="0"/>
          </a:p>
          <a:p>
            <a:r>
              <a:rPr lang="en-US" b="1" dirty="0"/>
              <a:t>Security Gap:</a:t>
            </a:r>
            <a:r>
              <a:rPr lang="en-US" dirty="0"/>
              <a:t> Need for stronger integrity and traceability for sensitive digital records. </a:t>
            </a:r>
          </a:p>
          <a:p>
            <a:endParaRPr lang="en-US" b="1" dirty="0"/>
          </a:p>
          <a:p>
            <a:r>
              <a:rPr lang="en-US" b="1" dirty="0"/>
              <a:t>PRISM Gap-Fill:</a:t>
            </a:r>
            <a:r>
              <a:rPr lang="en-US" dirty="0"/>
              <a:t> Integrates </a:t>
            </a:r>
            <a:r>
              <a:rPr lang="en-US" b="1" dirty="0"/>
              <a:t>ASR + NLP + translation + documentation + secure auditing</a:t>
            </a:r>
            <a:r>
              <a:rPr lang="en-US" dirty="0"/>
              <a:t> into one workflow.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54172-9C64-5991-7A6E-4F5E8EE5D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07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32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E48E40-1424-6FEF-89E1-2995B68AE4DE}"/>
              </a:ext>
            </a:extLst>
          </p:cNvPr>
          <p:cNvSpPr txBox="1"/>
          <p:nvPr/>
        </p:nvSpPr>
        <p:spPr>
          <a:xfrm>
            <a:off x="514350" y="1213682"/>
            <a:ext cx="110893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Multilingual AI:</a:t>
            </a:r>
            <a:r>
              <a:rPr lang="en-US" dirty="0"/>
              <a:t> Supports Indian languages, dialects, and code-switched speech through AI-based speech recognition and translation.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Voice-to-Investigation:</a:t>
            </a:r>
            <a:r>
              <a:rPr lang="en-US" dirty="0"/>
              <a:t> Converts natural spoken statements into structured, editable police documentation.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Context-Aware Intelligence:</a:t>
            </a:r>
            <a:r>
              <a:rPr lang="en-US" dirty="0"/>
              <a:t> Uses NLP to extract key details such as people, locations, dates, events, and evidence from statements.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Integrated AI Workflow:</a:t>
            </a:r>
            <a:r>
              <a:rPr lang="en-US" dirty="0"/>
              <a:t> Combines ASR, language detection, translation, NLP, and report generation in a single system.</a:t>
            </a:r>
          </a:p>
          <a:p>
            <a:r>
              <a:rPr lang="en-US" dirty="0"/>
              <a:t> 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Intelligence:</a:t>
            </a:r>
            <a:r>
              <a:rPr lang="en-US" dirty="0"/>
              <a:t> Helps map extracted incident information to relevant legal sections for officer verification.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Secure Evidence Integrity:</a:t>
            </a:r>
            <a:r>
              <a:rPr lang="en-US" dirty="0"/>
              <a:t> Uses encryption, hashing, audit trails, and tamper-evident records to protect sensitive investigation data.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Self-Hosted &amp; Privacy-Focused:</a:t>
            </a:r>
            <a:r>
              <a:rPr lang="en-US" dirty="0"/>
              <a:t> Runs AI models locally, reducing dependence on external APIs and keeping police data within the department.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42409" y="1660849"/>
            <a:ext cx="1190718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Feasibility</a:t>
            </a:r>
          </a:p>
          <a:p>
            <a:r>
              <a:rPr lang="en-US" b="1" dirty="0"/>
              <a:t>Technical Feasibility:</a:t>
            </a:r>
            <a:r>
              <a:rPr lang="en-US" dirty="0"/>
              <a:t> Uses available open-source AI models such as Indic-Conformer, IndicTrans2, NLP models, Fast-API, React, and PostgreSQL. </a:t>
            </a:r>
          </a:p>
          <a:p>
            <a:endParaRPr lang="en-US" dirty="0"/>
          </a:p>
          <a:p>
            <a:r>
              <a:rPr lang="en-US" b="1" dirty="0"/>
              <a:t>Operational Feasibility:</a:t>
            </a:r>
            <a:r>
              <a:rPr lang="en-US" dirty="0"/>
              <a:t> Designed for police officers with a simple voice-based workflow and minimal manual data </a:t>
            </a:r>
          </a:p>
          <a:p>
            <a:r>
              <a:rPr lang="en-US" dirty="0"/>
              <a:t>entry. </a:t>
            </a:r>
          </a:p>
          <a:p>
            <a:endParaRPr lang="en-US" b="1" dirty="0"/>
          </a:p>
          <a:p>
            <a:r>
              <a:rPr lang="en-US" b="1" dirty="0"/>
              <a:t>Security Feasibility:</a:t>
            </a:r>
            <a:r>
              <a:rPr lang="en-US" dirty="0"/>
              <a:t> Supports self-hosted AI, encrypted storage, role-based access, hashing, and audit trails. </a:t>
            </a:r>
          </a:p>
          <a:p>
            <a:endParaRPr lang="en-US" b="1" dirty="0"/>
          </a:p>
          <a:p>
            <a:r>
              <a:rPr lang="en-US" b="1" dirty="0"/>
              <a:t>Scalability:</a:t>
            </a:r>
            <a:r>
              <a:rPr lang="en-US" dirty="0"/>
              <a:t> Modular architecture allows additional Indian languages, AI models, and investigation modules to be added later. </a:t>
            </a:r>
          </a:p>
          <a:p>
            <a:endParaRPr lang="en-US" b="1" dirty="0"/>
          </a:p>
          <a:p>
            <a:r>
              <a:rPr lang="en-US" b="1" dirty="0"/>
              <a:t>Cost Feasibility:</a:t>
            </a:r>
            <a:r>
              <a:rPr lang="en-US" dirty="0"/>
              <a:t> Open-source technologies reduce dependency on expensive commercial AI APIs and licensing.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DC4D3A-AFC6-9375-CEC5-D9F063A7E414}"/>
              </a:ext>
            </a:extLst>
          </p:cNvPr>
          <p:cNvSpPr txBox="1"/>
          <p:nvPr/>
        </p:nvSpPr>
        <p:spPr>
          <a:xfrm>
            <a:off x="597159" y="1054359"/>
            <a:ext cx="1088882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Project Plan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Phase 1 – Research &amp; Requirements:</a:t>
            </a:r>
            <a:r>
              <a:rPr lang="en-US" dirty="0"/>
              <a:t> Problem analysis, literature survey, requirements and dataset identification.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Phase 2 – System Design:</a:t>
            </a:r>
            <a:r>
              <a:rPr lang="en-US" dirty="0"/>
              <a:t> Architecture, database design, UI/UX and security design.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Phase 3 – AI Development:</a:t>
            </a:r>
            <a:r>
              <a:rPr lang="en-US" dirty="0"/>
              <a:t> Speech recognition, language detection, translation and NLP pipeline.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Phase 4 – Application Development:</a:t>
            </a:r>
            <a:r>
              <a:rPr lang="en-US" dirty="0"/>
              <a:t> React frontend, </a:t>
            </a:r>
            <a:r>
              <a:rPr lang="en-US" dirty="0" err="1"/>
              <a:t>FastAPI</a:t>
            </a:r>
            <a:r>
              <a:rPr lang="en-US" dirty="0"/>
              <a:t> backend and database integration.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Phase 5 – Integration &amp; Security:</a:t>
            </a:r>
            <a:r>
              <a:rPr lang="en-US" dirty="0"/>
              <a:t> Connect AI modules, authentication, encryption, hashing and audit logging.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Phase 6 – Testing &amp; Evaluation:</a:t>
            </a:r>
            <a:r>
              <a:rPr lang="en-US" dirty="0"/>
              <a:t> Accuracy, latency, usability, multilingual performance and security testing.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Phase 7 – Deployment:</a:t>
            </a:r>
            <a:r>
              <a:rPr lang="en-US" dirty="0"/>
              <a:t> Local/self-hosted deployment, documentation and final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422656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787</Words>
  <Application>Microsoft Office PowerPoint</Application>
  <PresentationFormat>Widescreen</PresentationFormat>
  <Paragraphs>129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CHARAN SAI TEJ MEKA</cp:lastModifiedBy>
  <cp:revision>31</cp:revision>
  <dcterms:created xsi:type="dcterms:W3CDTF">2026-08-08T06:33:56Z</dcterms:created>
  <dcterms:modified xsi:type="dcterms:W3CDTF">2026-09-24T04:38:09Z</dcterms:modified>
</cp:coreProperties>
</file>